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2C711B-8A8A-4453-B3EE-2B88CC6FE3EA}" v="196" dt="2025-11-06T08:30:51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10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3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4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46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7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6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0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0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2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2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93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9544AB-4770-4210-ABAD-B88756DB1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448D61-FD92-4997-B065-20433412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5A4C0-F746-4932-ABD3-024F4B231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286000" y="2067174"/>
            <a:ext cx="7619999" cy="18833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hu-HU" dirty="0"/>
              <a:t>Miami Metro </a:t>
            </a:r>
            <a:r>
              <a:rPr lang="hu-HU" dirty="0" err="1"/>
              <a:t>Pd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2286000" y="4290868"/>
            <a:ext cx="7619999" cy="1043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hu-HU" dirty="0">
                <a:latin typeface="Batang"/>
                <a:ea typeface="Batang"/>
              </a:rPr>
              <a:t>Rendőrkapitányság IT-Infrastruktúrája:</a:t>
            </a:r>
          </a:p>
          <a:p>
            <a:pPr algn="ctr"/>
            <a:r>
              <a:rPr lang="hu-HU" dirty="0">
                <a:latin typeface="Batang"/>
                <a:ea typeface="Batang"/>
              </a:rPr>
              <a:t>Gyakorlatban Megvalósított Projekt.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1A8F8-7445-4C49-926D-816D6876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5E61A1BE-67E4-1644-2158-6587CCF422FF}"/>
              </a:ext>
            </a:extLst>
          </p:cNvPr>
          <p:cNvSpPr txBox="1"/>
          <p:nvPr/>
        </p:nvSpPr>
        <p:spPr>
          <a:xfrm>
            <a:off x="1170378" y="1070060"/>
            <a:ext cx="347688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dirty="0"/>
              <a:t>Projektben Lévő Résztvevők:</a:t>
            </a:r>
          </a:p>
          <a:p>
            <a:pPr algn="ctr"/>
            <a:r>
              <a:rPr lang="hu-HU" dirty="0"/>
              <a:t>Katona Zoltán Bence</a:t>
            </a:r>
          </a:p>
          <a:p>
            <a:pPr algn="ctr"/>
            <a:r>
              <a:rPr lang="hu-HU"/>
              <a:t>Czifra Péter</a:t>
            </a:r>
            <a:endParaRPr lang="hu-HU" dirty="0"/>
          </a:p>
          <a:p>
            <a:pPr algn="ctr"/>
            <a:r>
              <a:rPr lang="hu-HU" dirty="0"/>
              <a:t>László Róbert</a:t>
            </a:r>
          </a:p>
          <a:p>
            <a:endParaRPr lang="hu-HU" dirty="0"/>
          </a:p>
        </p:txBody>
      </p:sp>
      <p:pic>
        <p:nvPicPr>
          <p:cNvPr id="6" name="Kép 5" descr="A képen szöveg, ruházat, rajzfilm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A0B62CE9-B86F-250F-B8CE-714821EA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825" y="1490869"/>
            <a:ext cx="2639243" cy="252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9F8B3-8282-4A93-BBF8-3342538A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1BAD598-BBB7-7CE5-CDAC-522BD9A2E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>
            <a:normAutofit/>
          </a:bodyPr>
          <a:lstStyle/>
          <a:p>
            <a:endParaRPr lang="hu-H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EFA797-975B-41D8-BC96-56CDC2CFA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286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C2E363-779B-A771-C189-F503256DA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729554"/>
            <a:ext cx="8476434" cy="3359621"/>
          </a:xfrm>
        </p:spPr>
        <p:txBody>
          <a:bodyPr>
            <a:normAutofit/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9855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ortalVTI">
  <a:themeElements>
    <a:clrScheme name="Earth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2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3" baseType="lpstr">
      <vt:lpstr>PortalVTI</vt:lpstr>
      <vt:lpstr>Miami Metro Pd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47</cp:revision>
  <dcterms:created xsi:type="dcterms:W3CDTF">2025-11-06T08:17:46Z</dcterms:created>
  <dcterms:modified xsi:type="dcterms:W3CDTF">2025-11-06T12:30:33Z</dcterms:modified>
</cp:coreProperties>
</file>